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&amp;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 Analytics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COMP3011 Web Services and Web Data  |  2025-26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Leeds  |  School of Computing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73152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61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habits, tasks, time logs and completion patterns with server-side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73152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219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calculations, productivity heatmaps, and behavioural summaries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08960"/>
            <a:ext cx="73152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821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4930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with Django + DRF, token auth, HATEOAS links, pagination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069080"/>
            <a:ext cx="73152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422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4531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models, 16 URL patterns, 20+ endpoint actions, 149 automated tests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1887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188720"/>
            <a:ext cx="1600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grouping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habits, tasks, logs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11887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1188720"/>
            <a:ext cx="16002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behaviour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frequency tracking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11887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1188720"/>
            <a:ext cx="1600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HabitEntry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completion record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(enables streaks)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11887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188720"/>
            <a:ext cx="16002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item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118872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9480" y="1188720"/>
            <a:ext cx="16002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record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duration + 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user-owned  |  Category uses SET_NULL  |  HabitEntry unique on (habit, date)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Justification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Python 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Module language; rich ecosystem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Django 4.2 + DRF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Taught in COMP3011; ORM, serializers, auth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SQLite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Zero-config SQL database; default Django DB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Token Auth (DRF)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Stateless; REST Constraint 2 compliant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Django TestCase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Built-in test runner; 149 automated tests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Git + GitHub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Version control; commit history evidence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115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00400" y="1115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/register/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/login/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865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 /categories/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GET/PUT/DEL /categories/&lt;id&gt;/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355848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 /habits/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GET/PUT/DEL /habits/&lt;id&gt;/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 /habits/&lt;id&gt;/entries/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GET/DEL /habits/&lt;id&gt;/entries/&lt;eid&gt;/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 /tasks/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GET/PUT/DEL /tasks/&lt;id&gt;/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3865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 /timelogs/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GET/PUT/DEL /timelogs/&lt;id&gt;/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0" y="3035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355848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/analytics/streaks/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/analytics/heatmap/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/analytics/summary/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 endpoints paginated (10/page)  |  All resources include HATEOAS links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Server-Side Analytics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streak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longest streak per active habit. Consecutive days ending today or yesterday.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6974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counts by date. Aggregates habits, tasks, and time logs. 1-365 day range.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Habits: rate, best/worst. Tasks: by priority. Time: by category. Weekly or monthly.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computed server-side using Django ORM aggregation (Avg, Count, Sum)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Constraint Compliance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1188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 serves JSON to any HTTP 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 — no server-side session 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responses with standard HTTP headers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Interface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520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URIs, HTTP verbs, HATEOAS links, JSON representations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DB, auth, and API layers; extensible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Version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test classes covering: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all 5 resources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edge cases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enforcement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analytics endpoints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 links + pagination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constraints + cascades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repository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commit history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development — one feature per task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setup instructions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 PDF in repository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PDF in repository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Usage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24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834640" y="11247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design, migration roadmap, schema trade-offs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73352"/>
            <a:ext cx="8046720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46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34640" y="17465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relationships, endpoint structure, REST compliance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682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34640" y="236829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serializers, views, streak algorithm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8046720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34640" y="29900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149-test suite, edge cases, ownership scenarios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3611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Streak, heatmap, summary — server-side aggregation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8046720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34640" y="42336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docs, report, README, presentation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Claude (Anthropic) via claude.ai  |  Conversation logs attached as appendix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 + Login  →  get auth token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categories, habits, tasks, time logs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 habit completions over multiple days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Query streaks, heatmap, and summary analytics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Show HATEOAS links and pagination in responses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Productivity &amp; Habit Analytics API — COMP3011</dc:title>
  <dc:subject>PptxGenJS Presentation</dc:subject>
  <dc:creator>Student</dc:creator>
  <cp:lastModifiedBy>Student</cp:lastModifiedBy>
  <cp:revision>1</cp:revision>
  <dcterms:created xsi:type="dcterms:W3CDTF">2026-03-17T18:22:48Z</dcterms:created>
  <dcterms:modified xsi:type="dcterms:W3CDTF">2026-03-17T18:22:48Z</dcterms:modified>
</cp:coreProperties>
</file>